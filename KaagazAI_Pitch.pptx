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KaagazAI  📒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paper register, digital in one photo.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600" b="1" dirty="0">
                <a:solidFill>
                  <a:srgbClr val="F0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kaagazai.vercel.app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 handwritten Indian business registers · verify · digital ledger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Indian shopkeepers run their business on handwritten registers — udhaar (credit) khatas, bill books, stock registers — often mixing Hindi, Telugu and English on the same page.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data is trapped on paper: no backups, no totals, no way to know who owes money.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35240" y="16459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8120" y="175564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509760" y="1755648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on one page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Telugu · English · Hinglish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3218688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18120" y="3328416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509760" y="3328416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or totals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on paper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4791456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4901184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₹5K+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509760" y="4901184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debts, untracked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flag big dues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register photo → an AI vision model reads every row → you verify and correct it → it becomes a clean digital ledger.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any register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4015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Telugu, English &amp; Hinglish handwriting — every row extracted.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74320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stay in control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34015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fix rows in an editable table; low-confidence rows flagged amber. Nothing saves until you approve.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ledger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51846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Party-wise balances, red ₹5,000+ overdue flags, one-click CSV / JSON export.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45262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Merges pages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51846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another photo and it folds into the same digital book.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25146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4206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or pick a register photo on your phone.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47872" y="219456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9392" y="25146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279392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30752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76472" y="4206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model reads every row into structured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2784" y="219456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04304" y="25146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004304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55664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01384" y="4206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correct rows — you approve before saving.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7696" y="219456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29216" y="25146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9729216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180576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26296" y="4206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overdue flags &amp; CSV / JSON export.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AI reading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vision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4 Scout — auto-retries if Gemini fails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sample data, fully demoable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contract, defensively parsed — the UI never sees junk.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709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95160" y="274320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18 · TypeScript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server-side only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image downscale before upload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ledger (no localStorage)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— no UI kit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paper register,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 one photo.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4023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0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kaagazai.vercel.app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A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0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github.com/surya06-K/Takeover-Hackathon-2026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KaagazAI</dc:title>
  <dc:subject>PptxGenJS Presentation</dc:subject>
  <dc:creator>Surya Prasanna Kumar Lagudu</dc:creator>
  <cp:lastModifiedBy>Surya Prasanna Kumar Lagudu</cp:lastModifiedBy>
  <cp:revision>1</cp:revision>
  <dcterms:created xsi:type="dcterms:W3CDTF">2026-07-07T19:15:47Z</dcterms:created>
  <dcterms:modified xsi:type="dcterms:W3CDTF">2026-07-07T19:15:47Z</dcterms:modified>
</cp:coreProperties>
</file>